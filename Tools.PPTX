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bin" ContentType="application/vnd.openxmlformats-officedocument.oleObject"/>
  <Default Extension="png" ContentType="image/png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tags/tag3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.xml"/><Relationship Id="rId11" Type="http://schemas.openxmlformats.org/officeDocument/2006/relationships/image" Target="../media/image5.emf"/><Relationship Id="rId5" Type="http://schemas.openxmlformats.org/officeDocument/2006/relationships/tags" Target="../tags/tag11.xml"/><Relationship Id="rId10" Type="http://schemas.openxmlformats.org/officeDocument/2006/relationships/image" Target="../media/image4.jpeg"/><Relationship Id="rId4" Type="http://schemas.openxmlformats.org/officeDocument/2006/relationships/tags" Target="../tags/tag10.xml"/><Relationship Id="rId9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1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3.vml"/><Relationship Id="rId6" Type="http://schemas.openxmlformats.org/officeDocument/2006/relationships/tags" Target="../tags/tag17.xml"/><Relationship Id="rId11" Type="http://schemas.openxmlformats.org/officeDocument/2006/relationships/image" Target="../media/image5.emf"/><Relationship Id="rId5" Type="http://schemas.openxmlformats.org/officeDocument/2006/relationships/tags" Target="../tags/tag16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5.xml"/><Relationship Id="rId9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4.vml"/><Relationship Id="rId6" Type="http://schemas.openxmlformats.org/officeDocument/2006/relationships/tags" Target="../tags/tag22.xml"/><Relationship Id="rId11" Type="http://schemas.openxmlformats.org/officeDocument/2006/relationships/image" Target="../media/image5.emf"/><Relationship Id="rId5" Type="http://schemas.openxmlformats.org/officeDocument/2006/relationships/tags" Target="../tags/tag21.xml"/><Relationship Id="rId10" Type="http://schemas.openxmlformats.org/officeDocument/2006/relationships/oleObject" Target="../embeddings/oleObject4.bin"/><Relationship Id="rId4" Type="http://schemas.openxmlformats.org/officeDocument/2006/relationships/tags" Target="../tags/tag20.xml"/><Relationship Id="rId9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8.png"/><Relationship Id="rId2" Type="http://schemas.openxmlformats.org/officeDocument/2006/relationships/tags" Target="../tags/tag2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vmlDrawing" Target="../drawings/vmlDrawing9.v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shutterstock_117698956.jpg"/>
          <p:cNvPicPr>
            <a:picLocks noChangeAspect="1"/>
          </p:cNvPicPr>
          <p:nvPr userDrawn="1"/>
        </p:nvPicPr>
        <p:blipFill>
          <a:blip r:embed="rId8" cstate="email">
            <a:lum bright="-31000" contrast="-40000"/>
          </a:blip>
          <a:srcRect r="15033" b="28591"/>
          <a:stretch>
            <a:fillRect/>
          </a:stretch>
        </p:blipFill>
        <p:spPr>
          <a:xfrm>
            <a:off x="0" y="1307812"/>
            <a:ext cx="9144000" cy="5550188"/>
          </a:xfrm>
          <a:prstGeom prst="rect">
            <a:avLst/>
          </a:prstGeom>
        </p:spPr>
      </p:pic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1" y="0"/>
          <a:ext cx="146538" cy="158750"/>
        </p:xfrm>
        <a:graphic>
          <a:graphicData uri="http://schemas.openxmlformats.org/presentationml/2006/ole">
            <p:oleObj spid="_x0000_s3074" name="think-cell Slide" r:id="rId9" imgW="360" imgH="360" progId="">
              <p:embed/>
            </p:oleObj>
          </a:graphicData>
        </a:graphic>
      </p:graphicFrame>
      <p:sp>
        <p:nvSpPr>
          <p:cNvPr id="16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3094064"/>
            <a:ext cx="9144000" cy="1031357"/>
          </a:xfrm>
        </p:spPr>
        <p:txBody>
          <a:bodyPr vert="horz" lIns="36000" tIns="36000" rIns="360000" bIns="36000" rtlCol="0" anchor="t">
            <a:noAutofit/>
          </a:bodyPr>
          <a:lstStyle>
            <a:lvl1pPr marL="361950" indent="0" algn="l" defTabSz="99569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0" y="4184562"/>
            <a:ext cx="9144000" cy="1004115"/>
          </a:xfrm>
        </p:spPr>
        <p:txBody>
          <a:bodyPr vert="horz" lIns="36000" tIns="36000" rIns="360000" bIns="36000" rtlCol="0">
            <a:noAutofit/>
          </a:bodyPr>
          <a:lstStyle>
            <a:lvl1pPr marL="361950" indent="0" algn="l" defTabSz="995690" rtl="0" eaLnBrk="1" latinLnBrk="0" hangingPunct="1">
              <a:spcBef>
                <a:spcPts val="0"/>
              </a:spcBef>
              <a:buFontTx/>
              <a:buNone/>
              <a:defRPr lang="fr-FR" sz="2400" b="0" kern="1200" baseline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  <p:sp>
        <p:nvSpPr>
          <p:cNvPr id="21" name="Rectangle 7"/>
          <p:cNvSpPr/>
          <p:nvPr userDrawn="1">
            <p:custDataLst>
              <p:tags r:id="rId4"/>
            </p:custDataLst>
          </p:nvPr>
        </p:nvSpPr>
        <p:spPr bwMode="auto">
          <a:xfrm>
            <a:off x="-1895" y="0"/>
            <a:ext cx="9145895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072" h="2958168">
                <a:moveTo>
                  <a:pt x="1331" y="2791"/>
                </a:moveTo>
                <a:lnTo>
                  <a:pt x="10561655" y="0"/>
                </a:lnTo>
                <a:cubicBezTo>
                  <a:pt x="10562168" y="67600"/>
                  <a:pt x="10562411" y="1432923"/>
                  <a:pt x="10561157" y="1476338"/>
                </a:cubicBezTo>
                <a:cubicBezTo>
                  <a:pt x="10083761" y="2148347"/>
                  <a:pt x="9705180" y="2158423"/>
                  <a:pt x="9288594" y="2153103"/>
                </a:cubicBezTo>
                <a:lnTo>
                  <a:pt x="2317558" y="2159512"/>
                </a:lnTo>
                <a:cubicBezTo>
                  <a:pt x="1740344" y="2192654"/>
                  <a:pt x="1372498" y="2495346"/>
                  <a:pt x="1180889" y="2958168"/>
                </a:cubicBezTo>
                <a:cubicBezTo>
                  <a:pt x="882535" y="2254391"/>
                  <a:pt x="278640" y="2173187"/>
                  <a:pt x="0" y="2174065"/>
                </a:cubicBezTo>
                <a:cubicBezTo>
                  <a:pt x="2067" y="2138552"/>
                  <a:pt x="2603" y="98373"/>
                  <a:pt x="1331" y="2791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defTabSz="957756"/>
            <a:endParaRPr lang="en-US" sz="1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3" name="Rectangle 22"/>
          <p:cNvSpPr/>
          <p:nvPr userDrawn="1">
            <p:custDataLst>
              <p:tags r:id="rId5"/>
            </p:custDataLst>
          </p:nvPr>
        </p:nvSpPr>
        <p:spPr>
          <a:xfrm>
            <a:off x="0" y="6400876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 defTabSz="957756"/>
            <a:endParaRPr lang="en-US" sz="1300" dirty="0">
              <a:solidFill>
                <a:prstClr val="white"/>
              </a:solidFill>
            </a:endParaRPr>
          </a:p>
        </p:txBody>
      </p:sp>
      <p:pic>
        <p:nvPicPr>
          <p:cNvPr id="10" name="Image 9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679098" y="658705"/>
            <a:ext cx="2658462" cy="686046"/>
          </a:xfrm>
          <a:prstGeom prst="rect">
            <a:avLst/>
          </a:prstGeom>
        </p:spPr>
      </p:pic>
      <p:pic>
        <p:nvPicPr>
          <p:cNvPr id="12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6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064418" y="6520697"/>
            <a:ext cx="2658462" cy="2293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 descr="ppt_Business_shutterstock_95102881.jpg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0" y="0"/>
            <a:ext cx="9144000" cy="6600998"/>
          </a:xfrm>
          <a:prstGeom prst="rect">
            <a:avLst/>
          </a:prstGeom>
        </p:spPr>
      </p:pic>
      <p:sp>
        <p:nvSpPr>
          <p:cNvPr id="18" name="Rectangle 17"/>
          <p:cNvSpPr/>
          <p:nvPr userDrawn="1">
            <p:custDataLst>
              <p:tags r:id="rId2"/>
            </p:custDataLst>
          </p:nvPr>
        </p:nvSpPr>
        <p:spPr>
          <a:xfrm>
            <a:off x="0" y="6400876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 defTabSz="957756"/>
            <a:endParaRPr lang="en-US" sz="1300" dirty="0">
              <a:solidFill>
                <a:prstClr val="white"/>
              </a:solidFill>
            </a:endParaRPr>
          </a:p>
        </p:txBody>
      </p:sp>
      <p:sp>
        <p:nvSpPr>
          <p:cNvPr id="1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1" y="0"/>
            <a:ext cx="914429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defTabSz="957756"/>
            <a:endParaRPr lang="en-US" sz="1000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11" name="Image 10" descr="Capgemini_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679098" y="658705"/>
            <a:ext cx="2658462" cy="686046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1" y="0"/>
          <a:ext cx="146538" cy="158750"/>
        </p:xfrm>
        <a:graphic>
          <a:graphicData uri="http://schemas.openxmlformats.org/presentationml/2006/ole">
            <p:oleObj spid="_x0000_s4098" name="think-cell Slide" r:id="rId10" imgW="360" imgH="360" progId="">
              <p:embed/>
            </p:oleObj>
          </a:graphicData>
        </a:graphic>
      </p:graphicFrame>
      <p:pic>
        <p:nvPicPr>
          <p:cNvPr id="10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064418" y="6520697"/>
            <a:ext cx="2658462" cy="2293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-1" y="4037611"/>
            <a:ext cx="9142536" cy="1098157"/>
          </a:xfrm>
        </p:spPr>
        <p:txBody>
          <a:bodyPr lIns="720000" tIns="33059" rIns="33059" bIns="33059" anchor="t"/>
          <a:lstStyle>
            <a:lvl1pPr marL="0" indent="0" algn="l"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" y="5145571"/>
            <a:ext cx="4553635" cy="947750"/>
          </a:xfrm>
        </p:spPr>
        <p:txBody>
          <a:bodyPr lIns="720000" tIns="33059" rIns="33059" bIns="33059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ppt_People_shutterstock_46801036.jpg"/>
          <p:cNvPicPr>
            <a:picLocks noChangeAspect="1"/>
          </p:cNvPicPr>
          <p:nvPr userDrawn="1"/>
        </p:nvPicPr>
        <p:blipFill>
          <a:blip r:embed="rId8" cstate="screen">
            <a:lum bright="-37000" contrast="-51000"/>
          </a:blip>
          <a:srcRect l="8451" r="16116" b="15757"/>
          <a:stretch>
            <a:fillRect/>
          </a:stretch>
        </p:blipFill>
        <p:spPr>
          <a:xfrm flipH="1">
            <a:off x="0" y="1244014"/>
            <a:ext cx="9144000" cy="5613986"/>
          </a:xfrm>
          <a:prstGeom prst="rect">
            <a:avLst/>
          </a:prstGeom>
        </p:spPr>
      </p:pic>
      <p:sp>
        <p:nvSpPr>
          <p:cNvPr id="18" name="Rectangle 17"/>
          <p:cNvSpPr/>
          <p:nvPr userDrawn="1">
            <p:custDataLst>
              <p:tags r:id="rId2"/>
            </p:custDataLst>
          </p:nvPr>
        </p:nvSpPr>
        <p:spPr>
          <a:xfrm>
            <a:off x="0" y="6400876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 defTabSz="957756"/>
            <a:endParaRPr lang="en-US" sz="1300" dirty="0">
              <a:solidFill>
                <a:prstClr val="white"/>
              </a:solidFill>
            </a:endParaRPr>
          </a:p>
        </p:txBody>
      </p:sp>
      <p:sp>
        <p:nvSpPr>
          <p:cNvPr id="1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1" y="0"/>
            <a:ext cx="914429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defTabSz="957756"/>
            <a:endParaRPr lang="en-US" sz="1000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11" name="Image 10" descr="Capgemini_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679098" y="658705"/>
            <a:ext cx="2658462" cy="686046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1" y="0"/>
          <a:ext cx="146538" cy="158750"/>
        </p:xfrm>
        <a:graphic>
          <a:graphicData uri="http://schemas.openxmlformats.org/presentationml/2006/ole">
            <p:oleObj spid="_x0000_s5122" name="think-cell Slide" r:id="rId10" imgW="360" imgH="360" progId="">
              <p:embed/>
            </p:oleObj>
          </a:graphicData>
        </a:graphic>
      </p:graphicFrame>
      <p:pic>
        <p:nvPicPr>
          <p:cNvPr id="10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064418" y="6520697"/>
            <a:ext cx="2658462" cy="2293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010910" y="2283237"/>
            <a:ext cx="7561590" cy="1098157"/>
          </a:xfrm>
        </p:spPr>
        <p:txBody>
          <a:bodyPr lIns="720000" tIns="33059" rIns="33059" bIns="33059" anchor="t"/>
          <a:lstStyle>
            <a:lvl1pPr marL="0" indent="0" algn="l">
              <a:defRPr sz="3300" b="0"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4018865" y="5592726"/>
            <a:ext cx="4553635" cy="745144"/>
          </a:xfrm>
        </p:spPr>
        <p:txBody>
          <a:bodyPr lIns="720000" tIns="33059" rIns="33059" bIns="33059"/>
          <a:lstStyle>
            <a:lvl1pPr marL="0" indent="0" algn="r">
              <a:buNone/>
              <a:defRPr sz="2200" b="0">
                <a:solidFill>
                  <a:schemeClr val="bg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63770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7756"/>
            <a:endParaRPr lang="en-US" sz="2400" dirty="0" err="1">
              <a:solidFill>
                <a:srgbClr val="9F958F">
                  <a:lumMod val="50000"/>
                </a:srgbClr>
              </a:solidFill>
            </a:endParaRP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/>
        </p:nvGraphicFramePr>
        <p:xfrm>
          <a:off x="0" y="0"/>
          <a:ext cx="146538" cy="158750"/>
        </p:xfrm>
        <a:graphic>
          <a:graphicData uri="http://schemas.openxmlformats.org/presentationml/2006/ole">
            <p:oleObj spid="_x0000_s6146" name="think-cell Slide" r:id="rId6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reeform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" y="676402"/>
            <a:ext cx="9143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pPr defTabSz="957756"/>
            <a:endParaRPr lang="fr-FR" sz="1900" dirty="0">
              <a:solidFill>
                <a:srgbClr val="00264A"/>
              </a:solidFill>
            </a:endParaRPr>
          </a:p>
        </p:txBody>
      </p:sp>
      <p:pic>
        <p:nvPicPr>
          <p:cNvPr id="12" name="Image 11" descr="HandsPanel_shutterstock_72073621.png"/>
          <p:cNvPicPr>
            <a:picLocks noChangeAspect="1"/>
          </p:cNvPicPr>
          <p:nvPr userDrawn="1"/>
        </p:nvPicPr>
        <p:blipFill>
          <a:blip r:embed="rId7" cstate="email"/>
          <a:srcRect b="8012"/>
          <a:stretch>
            <a:fillRect/>
          </a:stretch>
        </p:blipFill>
        <p:spPr>
          <a:xfrm>
            <a:off x="0" y="855023"/>
            <a:ext cx="9142535" cy="5522026"/>
          </a:xfrm>
          <a:prstGeom prst="rect">
            <a:avLst/>
          </a:prstGeom>
        </p:spPr>
      </p:pic>
      <p:sp>
        <p:nvSpPr>
          <p:cNvPr id="6" name="Espace réservé du contenu 5"/>
          <p:cNvSpPr>
            <a:spLocks noGrp="1"/>
          </p:cNvSpPr>
          <p:nvPr>
            <p:ph sz="quarter" idx="10" hasCustomPrompt="1"/>
            <p:custDataLst>
              <p:tags r:id="rId4"/>
            </p:custDataLst>
          </p:nvPr>
        </p:nvSpPr>
        <p:spPr>
          <a:xfrm>
            <a:off x="2641803" y="1442606"/>
            <a:ext cx="4099728" cy="3533155"/>
          </a:xfrm>
        </p:spPr>
        <p:txBody>
          <a:bodyPr/>
          <a:lstStyle>
            <a:lvl1pPr>
              <a:defRPr/>
            </a:lvl1pPr>
            <a:lvl2pPr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1"/>
          <a:ext cx="135749" cy="143985"/>
        </p:xfrm>
        <a:graphic>
          <a:graphicData uri="http://schemas.openxmlformats.org/presentationml/2006/ole">
            <p:oleObj spid="_x0000_s7170" name="think-cell Slide" r:id="rId5" imgW="360" imgH="360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298516" y="1494766"/>
            <a:ext cx="88454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1"/>
          <a:ext cx="135749" cy="143985"/>
        </p:xfrm>
        <a:graphic>
          <a:graphicData uri="http://schemas.openxmlformats.org/presentationml/2006/ole">
            <p:oleObj spid="_x0000_s8194" name="think-cell Slide" r:id="rId6" imgW="360" imgH="360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298516" y="2111956"/>
            <a:ext cx="8845484" cy="402656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298604" y="1495447"/>
            <a:ext cx="8860286" cy="64361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0" y="0"/>
          <a:ext cx="146538" cy="158750"/>
        </p:xfrm>
        <a:graphic>
          <a:graphicData uri="http://schemas.openxmlformats.org/presentationml/2006/ole">
            <p:oleObj spid="_x0000_s9218" name="think-cell Slide" r:id="rId6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3"/>
            </p:custDataLst>
          </p:nvPr>
        </p:nvSpPr>
        <p:spPr>
          <a:xfrm>
            <a:off x="290500" y="1533439"/>
            <a:ext cx="4155820" cy="471550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4636466" y="1533440"/>
            <a:ext cx="4155820" cy="472558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/>
        </p:nvGraphicFramePr>
        <p:xfrm>
          <a:off x="0" y="0"/>
          <a:ext cx="146538" cy="158750"/>
        </p:xfrm>
        <a:graphic>
          <a:graphicData uri="http://schemas.openxmlformats.org/presentationml/2006/ole">
            <p:oleObj spid="_x0000_s10242" name="think-cell Slide" r:id="rId8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3"/>
            </p:custDataLst>
          </p:nvPr>
        </p:nvSpPr>
        <p:spPr>
          <a:xfrm>
            <a:off x="290500" y="2206953"/>
            <a:ext cx="4155820" cy="40419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4636466" y="2208394"/>
            <a:ext cx="4155820" cy="405063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 hasCustomPrompt="1"/>
            <p:custDataLst>
              <p:tags r:id="rId5"/>
            </p:custDataLst>
          </p:nvPr>
        </p:nvSpPr>
        <p:spPr>
          <a:xfrm>
            <a:off x="290501" y="1542648"/>
            <a:ext cx="4155820" cy="653034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tx2">
                    <a:lumMod val="50000"/>
                  </a:schemeClr>
                </a:solidFill>
              </a:defRPr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636749" y="1533439"/>
            <a:ext cx="4155820" cy="653034"/>
          </a:xfrm>
        </p:spPr>
        <p:txBody>
          <a:bodyPr anchor="ctr"/>
          <a:lstStyle>
            <a:lvl1pPr algn="ctr">
              <a:buNone/>
              <a:defRPr lang="fr-FR" sz="2200" b="1" kern="1200" noProof="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19261" y="1436915"/>
            <a:ext cx="4288536" cy="518130"/>
          </a:xfrm>
          <a:solidFill>
            <a:schemeClr val="accent5"/>
          </a:solidFill>
          <a:ln w="25400">
            <a:solidFill>
              <a:schemeClr val="accent5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19261" y="1902610"/>
            <a:ext cx="4288536" cy="1861869"/>
          </a:xfr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2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62790" y="1436915"/>
            <a:ext cx="4288536" cy="518130"/>
          </a:xfrm>
          <a:solidFill>
            <a:schemeClr val="accent5"/>
          </a:solidFill>
          <a:ln w="25400">
            <a:solidFill>
              <a:schemeClr val="accent5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62790" y="1902610"/>
            <a:ext cx="4288536" cy="1861869"/>
          </a:xfr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219261" y="3820890"/>
            <a:ext cx="4288536" cy="518130"/>
          </a:xfrm>
          <a:solidFill>
            <a:schemeClr val="accent5"/>
          </a:solidFill>
          <a:ln w="25400">
            <a:solidFill>
              <a:schemeClr val="accent5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219261" y="4286584"/>
            <a:ext cx="4288536" cy="2011680"/>
          </a:xfr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62790" y="3820890"/>
            <a:ext cx="4288536" cy="518130"/>
          </a:xfrm>
          <a:solidFill>
            <a:schemeClr val="accent5"/>
          </a:solidFill>
          <a:ln w="25400">
            <a:solidFill>
              <a:schemeClr val="accent5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662790" y="4286584"/>
            <a:ext cx="4288536" cy="2011680"/>
          </a:xfr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/>
        </p:nvGraphicFramePr>
        <p:xfrm>
          <a:off x="0" y="0"/>
          <a:ext cx="146538" cy="158750"/>
        </p:xfrm>
        <a:graphic>
          <a:graphicData uri="http://schemas.openxmlformats.org/presentationml/2006/ole">
            <p:oleObj spid="_x0000_s11266" name="think-cell Slide" r:id="rId4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/>
        </p:nvGraphicFramePr>
        <p:xfrm>
          <a:off x="0" y="1"/>
          <a:ext cx="135749" cy="143985"/>
        </p:xfrm>
        <a:graphic>
          <a:graphicData uri="http://schemas.openxmlformats.org/presentationml/2006/ole">
            <p:oleObj spid="_x0000_s12290" name="think-cell Slide" r:id="rId3" imgW="360" imgH="3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/>
        </p:nvGraphicFramePr>
        <p:xfrm>
          <a:off x="1" y="0"/>
          <a:ext cx="146538" cy="158750"/>
        </p:xfrm>
        <a:graphic>
          <a:graphicData uri="http://schemas.openxmlformats.org/presentationml/2006/ole">
            <p:oleObj spid="_x0000_s2050" name="think-cell Slide" r:id="rId21" imgW="360" imgH="360" progId="">
              <p:embed/>
            </p:oleObj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1" y="0"/>
            <a:ext cx="9143999" cy="1002135"/>
          </a:xfrm>
          <a:prstGeom prst="rect">
            <a:avLst/>
          </a:prstGeom>
        </p:spPr>
        <p:txBody>
          <a:bodyPr vert="horz" lIns="297529" tIns="33059" rIns="165294" bIns="33059" rtlCol="0" anchor="ctr">
            <a:noAutofit/>
          </a:bodyPr>
          <a:lstStyle/>
          <a:p>
            <a:r>
              <a:rPr lang="fr-FR" noProof="0" dirty="0" smtClean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298516" y="1501977"/>
            <a:ext cx="8712115" cy="4636540"/>
          </a:xfrm>
          <a:prstGeom prst="rect">
            <a:avLst/>
          </a:prstGeom>
        </p:spPr>
        <p:txBody>
          <a:bodyPr vert="horz" lIns="108000" tIns="72000" rIns="72000" bIns="72000" rtlCol="0">
            <a:noAutofit/>
          </a:bodyPr>
          <a:lstStyle/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6"/>
            </p:custDataLst>
          </p:nvPr>
        </p:nvSpPr>
        <p:spPr>
          <a:xfrm>
            <a:off x="8827276" y="6661691"/>
            <a:ext cx="110608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57756"/>
            <a:fld id="{6A895693-0027-4F28-9367-92E39A51F51C}" type="slidenum">
              <a:rPr lang="en-US" sz="700">
                <a:solidFill>
                  <a:srgbClr val="9F958F"/>
                </a:solidFill>
              </a:rPr>
              <a:pPr algn="ctr" defTabSz="957756"/>
              <a:t>‹#›</a:t>
            </a:fld>
            <a:endParaRPr lang="en-US" sz="700" dirty="0">
              <a:solidFill>
                <a:srgbClr val="9F958F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2" y="676402"/>
            <a:ext cx="9143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pPr defTabSz="957756"/>
            <a:endParaRPr lang="fr-FR" sz="1900">
              <a:solidFill>
                <a:srgbClr val="00264A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223228" y="6623404"/>
            <a:ext cx="2455979" cy="18350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5997" tIns="35997" rIns="35997" bIns="35997" anchor="b" anchorCtr="0">
            <a:noAutofit/>
          </a:bodyPr>
          <a:lstStyle/>
          <a:p>
            <a:pPr algn="r" defTabSz="995445" eaLnBrk="0" hangingPunct="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600" dirty="0">
                <a:solidFill>
                  <a:srgbClr val="9F958F"/>
                </a:solidFill>
                <a:cs typeface="Helvetica Light"/>
              </a:rPr>
              <a:t>Copyright © </a:t>
            </a:r>
            <a:r>
              <a:rPr lang="en-US" altLang="en-US" sz="600" dirty="0" err="1">
                <a:solidFill>
                  <a:srgbClr val="9F958F"/>
                </a:solidFill>
                <a:cs typeface="Helvetica Light"/>
              </a:rPr>
              <a:t>Capgemini</a:t>
            </a:r>
            <a:r>
              <a:rPr lang="en-US" altLang="en-US" sz="600" dirty="0">
                <a:solidFill>
                  <a:srgbClr val="9F958F"/>
                </a:solidFill>
                <a:cs typeface="Helvetica Light"/>
              </a:rPr>
              <a:t> 2014. All Rights Reserved</a:t>
            </a:r>
          </a:p>
        </p:txBody>
      </p:sp>
      <p:sp>
        <p:nvSpPr>
          <p:cNvPr id="13" name="Rectangle 12"/>
          <p:cNvSpPr/>
          <p:nvPr>
            <p:custDataLst>
              <p:tags r:id="rId19"/>
            </p:custDataLst>
          </p:nvPr>
        </p:nvSpPr>
        <p:spPr>
          <a:xfrm>
            <a:off x="6911926" y="6427223"/>
            <a:ext cx="1767281" cy="195814"/>
          </a:xfrm>
          <a:prstGeom prst="rect">
            <a:avLst/>
          </a:prstGeom>
        </p:spPr>
        <p:txBody>
          <a:bodyPr wrap="none" lIns="35997" tIns="35997" rIns="35997" bIns="35997" anchor="b" anchorCtr="0">
            <a:noAutofit/>
          </a:bodyPr>
          <a:lstStyle/>
          <a:p>
            <a:pPr algn="r" defTabSz="957756"/>
            <a:r>
              <a:rPr lang="en-US" sz="700" dirty="0">
                <a:solidFill>
                  <a:srgbClr val="9F958F"/>
                </a:solidFill>
              </a:rPr>
              <a:t>Quality Gate overview</a:t>
            </a:r>
            <a:endParaRPr lang="en-US" sz="700" dirty="0">
              <a:solidFill>
                <a:srgbClr val="9F958F"/>
              </a:solidFill>
            </a:endParaRPr>
          </a:p>
        </p:txBody>
      </p:sp>
      <p:cxnSp>
        <p:nvCxnSpPr>
          <p:cNvPr id="15" name="Straight Connector 5"/>
          <p:cNvCxnSpPr/>
          <p:nvPr>
            <p:custDataLst>
              <p:tags r:id="rId20"/>
            </p:custDataLst>
          </p:nvPr>
        </p:nvCxnSpPr>
        <p:spPr>
          <a:xfrm flipH="1">
            <a:off x="2" y="6362700"/>
            <a:ext cx="9143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9093" y="6419978"/>
            <a:ext cx="1329231" cy="3430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0" indent="0" algn="l" defTabSz="914342" rtl="0" eaLnBrk="1" latinLnBrk="0" hangingPunct="1">
        <a:lnSpc>
          <a:spcPct val="85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189" indent="-166189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5"/>
        </a:buClr>
        <a:buFont typeface="Wingdings" pitchFamily="2" charset="2"/>
        <a:buChar char="§"/>
        <a:defRPr sz="2200" b="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55600" indent="-180975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Wingdings" pitchFamily="2" charset="2"/>
        <a:buChar char="§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536575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711200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bg2"/>
        </a:buClr>
        <a:buFont typeface="Arial" pitchFamily="34" charset="0"/>
        <a:buChar char="–"/>
        <a:tabLst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1609624" indent="-193663" algn="l" defTabSz="91434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7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9660" y="1629506"/>
            <a:ext cx="8284680" cy="37997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2495" y="5657850"/>
            <a:ext cx="7902526" cy="52578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7756"/>
            <a:r>
              <a:rPr lang="en-US" dirty="0">
                <a:solidFill>
                  <a:prstClr val="white"/>
                </a:solidFill>
              </a:rPr>
              <a:t>And integrated Application Performance Monitoring to create feed-back-loop</a:t>
            </a:r>
            <a:endParaRPr lang="en-US" dirty="0">
              <a:solidFill>
                <a:srgbClr val="9F958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160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q5J2dxDUm3Ma.7NhQKK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vUGXTBfkqiTxbV6Ty_s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k8PWFUdk0KvXkyaGZ3bk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ZTlbzwhkOEBq_f4HJ0W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GIuHW8gFUKsEtFJDZy1Q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gz3YXo3l0OkLMYAWunui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IjPmYduDEihDAvnsmSIN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iS0.yx0EOD8F1j3NQrH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079BM2o06hslZIU5JQR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lR2ZPdT0GiqzvYZsxoo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nGmnlJWUybweSHRV5zM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5iGtRqU02KNLCmPGzp4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c8wFtNDQEWdRtOXF1QyR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FIJDhqukmiZrrs7RIxO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k8lAE_1EizYsNCWPJyz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Sf6F_6IvUOzE1MWebP3w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kCAESggUqrdbLfjv5zD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heme/theme1.xml><?xml version="1.0" encoding="utf-8"?>
<a:theme xmlns:a="http://schemas.openxmlformats.org/drawingml/2006/main" name="ppt_Template_Capgemini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ppt_Template_Capgemini</vt:lpstr>
      <vt:lpstr>think-cell Slide</vt:lpstr>
      <vt:lpstr>Tools</vt:lpstr>
    </vt:vector>
  </TitlesOfParts>
  <Company>Capgemini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</dc:title>
  <dc:creator>epuotune</dc:creator>
  <cp:lastModifiedBy>epuotune</cp:lastModifiedBy>
  <cp:revision>1</cp:revision>
  <dcterms:created xsi:type="dcterms:W3CDTF">2015-08-17T11:13:09Z</dcterms:created>
  <dcterms:modified xsi:type="dcterms:W3CDTF">2015-08-17T11:14:01Z</dcterms:modified>
</cp:coreProperties>
</file>